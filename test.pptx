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" y="95280"/>
            <a:ext cx="952530" cy="9525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00" y="6272784"/>
            <a:ext cx="475854" cy="3840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235154" y="6684264"/>
            <a:ext cx="1828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BBBBB"/>
                </a:solidFill>
              </a:rPr>
              <a:t>Made with Orbstera AI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00" dur="indefinite" restart="whenNotActive" nodeType="tmRoot">
          <p:childTnLst>
            <p:seq concurrent="1" nextAc="seek">
              <p:cTn id="101" dur="indefinite" nodeType="mainSeq">
                <p:childTnLst>
                  <p:par>
                    <p:cTn id="102" presetID="10" presetClass="entr" grpId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3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" dur="10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>
      <p:bldP spid="2" grpId="0" uiExpan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Orbstera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Orbstera AI</dc:creator>
  <cp:lastModifiedBy>Orbstera AI</cp:lastModifiedBy>
  <cp:revision>1</cp:revision>
  <dcterms:created xsi:type="dcterms:W3CDTF">2026-05-29T00:27:38Z</dcterms:created>
  <dcterms:modified xsi:type="dcterms:W3CDTF">2026-05-29T00:27:38Z</dcterms:modified>
</cp:coreProperties>
</file>