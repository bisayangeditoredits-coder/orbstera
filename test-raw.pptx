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upload.wikimedia.org/wikipedia/commons/4/47/PNG_transparency_demonstration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2026-05-29T05:39:09Z</dcterms:created>
  <dcterms:modified xsi:type="dcterms:W3CDTF">2026-05-29T05:39:09Z</dcterms:modified>
</cp:coreProperties>
</file>